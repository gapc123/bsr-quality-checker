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regulatory review for BSR Gateway 2 submissions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mission: get more safe homes built, faster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rejections, delays, and financing risk in UK housing delivery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Clarke &amp; Hugo Hiley, Co-Founders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cannot build homes at scale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homes/year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5,891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starts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40yr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of any major developed city this century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planning failure. It is a delivery failure.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Affects Everyone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collapse is universal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developers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housing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 housing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281,000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not built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£120m of council-funded homes on hold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281,000 approved homes not being built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public sector actors cite the same bottleneck.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Bottleneck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Post-Grenfell regulation is necessary. The process is broken.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regulatory landscape: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Safety Act 2022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Safety Regulator (BSR) created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gateway between planning approval and construction start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today: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~1/3 of submissions approved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review time: ~8 months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already committed when delays hit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costs inflate projects 15%+</a:t>
            </a:r>
            <a:endParaRPr lang="en-US" sz="1300" dirty="0"/>
          </a:p>
        </p:txBody>
      </p:sp>
      <p:pic>
        <p:nvPicPr>
          <p:cNvPr id="8" name="Image 0" descr="/Users/georgeclarke/bsr-quality-checker/docs/outbound/images/ft-headlin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3200400" cy="1188720"/>
          </a:xfrm>
          <a:prstGeom prst="rect">
            <a:avLst/>
          </a:prstGeom>
        </p:spPr>
      </p:pic>
      <p:pic>
        <p:nvPicPr>
          <p:cNvPr id="9" name="Image 1" descr="/Users/georgeclarke/bsr-quality-checker/docs/outbound/images/bbc-headlin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108960"/>
            <a:ext cx="32004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Gateway 2 failures are not unsafe buildings.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unsafe submissions.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documents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cross-references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evidence across reports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found too late to fix cheaply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pre-submission intelligence layer.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submit and hope. Rejections cost months. There is no systematic way to check readiness before engaging the regulator.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Meridian: Pre-submission regulatory review for Gateway 2</a:t>
            </a:r>
            <a:endParaRPr lang="en-US" sz="1800" dirty="0"/>
          </a:p>
        </p:txBody>
      </p:sp>
      <p:pic>
        <p:nvPicPr>
          <p:cNvPr id="4" name="Image 0" descr="/Users/georgeclarke/bsr-quality-checker/docs/outbound/images/readiness-dashbo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BSR matrix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deterministic rules (explicit pass/fail)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AI-assessed judgement criteria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readiness score before submission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54880" y="3017520"/>
            <a:ext cx="41148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regulatory infrastructure, not document review.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Defensible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Purpose-built, not a ChatGPT wrapper</a:t>
            </a:r>
            <a:endParaRPr lang="en-US" sz="1800" dirty="0"/>
          </a:p>
        </p:txBody>
      </p:sp>
      <p:pic>
        <p:nvPicPr>
          <p:cNvPr id="4" name="Image 0" descr="/Users/georgeclarke/bsr-quality-checker/docs/outbound/images/auditability-detail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linked to:</a:t>
            </a:r>
            <a:pPr lvl="1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Specific regulation</a:t>
            </a:r>
            <a:pPr lvl="1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Specific document</a:t>
            </a:r>
            <a:pPr lvl="1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Exact extract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auditable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Regulator-safe by design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3291840"/>
            <a:ext cx="41148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black box. Every decision is inspectable.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Agentic, But Safe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knows its limits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Human Intervention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issue cannot be fixed by text changes alone. It may require: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new document or report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analysis or professional judgement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evidence, testing, or certifications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 fixes only when text changes are sufficient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when issues require: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New documents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Expert judgement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- Physical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always stays in control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41148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reduces risk. It never invents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per criterion. You approve. We generate.</a:t>
            </a:r>
            <a:endParaRPr lang="en-US" sz="1800" dirty="0"/>
          </a:p>
        </p:txBody>
      </p:sp>
      <p:pic>
        <p:nvPicPr>
          <p:cNvPr id="4" name="Image 0" descr="/Users/georgeclarke/bsr-quality-checker/docs/outbound/images/actionable-chan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findings one-by-one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skip each change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 before generation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text will be added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54880" y="3017520"/>
            <a:ext cx="41148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fits professional accountability models.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analysis to submission-ready documents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Documents Are Ready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Amended Document (DOCX)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Issues Report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submission pack with approved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list of unresolved issues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for follow-up work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 and explanatory front matter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1148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completes the workflow, not just the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paths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assessments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re-runs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licence per organisation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touch, scalable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/ Hybrid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platform assessment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human review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guidance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High-ACV, fast revenue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platform. Different depth.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at Blenheim Chalcot</a:t>
            </a:r>
            <a:endParaRPr lang="en-US" sz="1600" dirty="0"/>
          </a:p>
        </p:txBody>
      </p:sp>
      <p:pic>
        <p:nvPicPr>
          <p:cNvPr id="4" name="Image 0" descr="/Users/georgeclarke/bsr-quality-checker/docs/outbound/images/hugo-hile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 Hiley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(Commercial)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global sales at Fospha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enterprise B2B experience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lawyer</a:t>
            </a:r>
            <a:endParaRPr lang="en-US" sz="1100" dirty="0"/>
          </a:p>
        </p:txBody>
      </p:sp>
      <p:pic>
        <p:nvPicPr>
          <p:cNvPr id="8" name="Image 1" descr="/Users/georgeclarke/bsr-quality-checker/docs/outbound/images/george-clark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1371600" cy="137160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Clarke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(Product / Tech)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0" y="3429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 Centre for Generative AI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products in regulated domains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MSc, Imperial College London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combine enterprise commercial execution with deep product, AI, and regulatory system-building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permanent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is increasing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BSR capacity will not scale linearly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will pay for predictability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AI product experience from BC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sales capability proven at Fospha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systems expertise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 and deployed the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burden is permanent. The question is who builds the infrastructure to manage it.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 Themes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find in every submission</a:t>
            </a:r>
            <a:endParaRPr lang="en-US" sz="1800" dirty="0"/>
          </a:p>
        </p:txBody>
      </p:sp>
      <p:pic>
        <p:nvPicPr>
          <p:cNvPr id="4" name="Image 0" descr="/Users/georgeclarke/bsr-quality-checker/docs/outbound/images/results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Investor Deck</dc:title>
  <dc:subject>AI-powered regulatory review for BSR Gateway 2</dc:subject>
  <dc:creator>Meridian</dc:creator>
  <cp:lastModifiedBy>Meridian</cp:lastModifiedBy>
  <cp:revision>1</cp:revision>
  <dcterms:created xsi:type="dcterms:W3CDTF">2026-02-26T08:40:32Z</dcterms:created>
  <dcterms:modified xsi:type="dcterms:W3CDTF">2026-02-26T08:40:32Z</dcterms:modified>
</cp:coreProperties>
</file>